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Email Knowledge Graph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Overview — Logic Mojo Coursework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Inbox facts go stale silently</a:t>
            </a:r>
          </a:p>
          <a:p>
            <a:pPr lvl="1"/>
            <a:r>
              <a:t>Meeting times, decisions, and commitments change over email threads.</a:t>
            </a:r>
          </a:p>
          <a:p>
            <a:pPr lvl="1"/>
            <a:r>
              <a:t>Plain search can't tell you which fact is still current.</a:t>
            </a:r>
          </a:p>
          <a:p>
            <a:pPr lvl="1"/>
            <a:r>
              <a:t>We need temporal awareness, not just keyword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Gmail API -&gt; Ingestion -&gt; Graphiti Engine -&gt; Neo4j</a:t>
            </a:r>
          </a:p>
          <a:p>
            <a:pPr lvl="1"/>
            <a:r>
              <a:t>src/gmail_client.py pulls and parses raw messages.</a:t>
            </a:r>
          </a:p>
          <a:p>
            <a:pPr lvl="1"/>
            <a:r>
              <a:t>src/graphiti_engine.py extracts entities/facts per thread.</a:t>
            </a:r>
          </a:p>
          <a:p>
            <a:pPr lvl="1"/>
            <a:r>
              <a:t>Neo4j stores temporal edges with valid_at / invalid_at.</a:t>
            </a:r>
          </a:p>
          <a:p>
            <a:pPr lvl="1"/>
            <a:r>
              <a:t>src/cli.py exposes init, sync-gmail, and query commands.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Jane Doe — Product Owner</a:t>
            </a:r>
          </a:p>
          <a:p>
            <a:pPr lvl="1"/>
            <a:r>
              <a:t>Alex Rivera — Backend Engineer (ingestion pipeline).</a:t>
            </a:r>
          </a:p>
          <a:p>
            <a:pPr lvl="1"/>
            <a:r>
              <a:t>Priya Nair — Data/Graph Engineer (Neo4j schema).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Near-term</a:t>
            </a:r>
          </a:p>
          <a:p>
            <a:pPr lvl="1"/>
            <a:r>
              <a:t>Ingest project documents (SQL/code/docs) alongside emails.</a:t>
            </a:r>
          </a:p>
          <a:p>
            <a:pPr lvl="1"/>
            <a:r>
              <a:t>Cross-reference document facts with email facts in search.</a:t>
            </a:r>
          </a:p>
          <a:p>
            <a:pPr lvl="1"/>
            <a:r>
              <a:t>Add scheduled Gmail sync instead of manual CLI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